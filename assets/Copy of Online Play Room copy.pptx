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1c02c27f44219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61c02c27f44219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papergames.io/en/battleship" TargetMode="External"/><Relationship Id="rId4" Type="http://schemas.openxmlformats.org/officeDocument/2006/relationships/image" Target="../media/image2.jpg"/><Relationship Id="rId11" Type="http://schemas.openxmlformats.org/officeDocument/2006/relationships/hyperlink" Target="https://pairs.one/en" TargetMode="External"/><Relationship Id="rId10" Type="http://schemas.openxmlformats.org/officeDocument/2006/relationships/image" Target="../media/image4.jpg"/><Relationship Id="rId12" Type="http://schemas.openxmlformats.org/officeDocument/2006/relationships/image" Target="../media/image1.jpg"/><Relationship Id="rId9" Type="http://schemas.openxmlformats.org/officeDocument/2006/relationships/hyperlink" Target="https://connect-4.org/en" TargetMode="External"/><Relationship Id="rId5" Type="http://schemas.openxmlformats.org/officeDocument/2006/relationships/hyperlink" Target="https://play.unofreak.com/" TargetMode="External"/><Relationship Id="rId6" Type="http://schemas.openxmlformats.org/officeDocument/2006/relationships/image" Target="../media/image3.png"/><Relationship Id="rId7" Type="http://schemas.openxmlformats.org/officeDocument/2006/relationships/hyperlink" Target="https://playingcards.io/game/checkers" TargetMode="External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001666368-1.jpe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7317" l="9312" r="8862" t="9529"/>
          <a:stretch/>
        </p:blipFill>
        <p:spPr>
          <a:xfrm>
            <a:off x="1512175" y="1200488"/>
            <a:ext cx="1523951" cy="154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images Background Removed.png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26608" l="25170" r="28707" t="25162"/>
          <a:stretch/>
        </p:blipFill>
        <p:spPr>
          <a:xfrm>
            <a:off x="3816800" y="1143673"/>
            <a:ext cx="1044000" cy="145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checkers Background Removed.png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22954" l="0" r="0" t="22496"/>
          <a:stretch/>
        </p:blipFill>
        <p:spPr>
          <a:xfrm>
            <a:off x="5415550" y="1200488"/>
            <a:ext cx="2630825" cy="14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Hasbro-Classic-Connect-4-Game-Ages-6-Up_e92f5487-64cd-4a89-93fa-e31e7f53d8a5.81a56a2755e6339f1f39ed935d4b17ab.jpeg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3090" l="5229" r="5229" t="5209"/>
          <a:stretch/>
        </p:blipFill>
        <p:spPr>
          <a:xfrm>
            <a:off x="2696425" y="2929200"/>
            <a:ext cx="1652527" cy="17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ConcentrationMB.jpeg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35852" y="3400599"/>
            <a:ext cx="23812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