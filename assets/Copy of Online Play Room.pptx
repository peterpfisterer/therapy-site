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9ce1bc97cfc97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9ce1bc97cfc97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4.png"/><Relationship Id="rId11" Type="http://schemas.openxmlformats.org/officeDocument/2006/relationships/hyperlink" Target="https://quickdraw.withgoogle.com/" TargetMode="External"/><Relationship Id="rId10" Type="http://schemas.openxmlformats.org/officeDocument/2006/relationships/image" Target="../media/image10.png"/><Relationship Id="rId13" Type="http://schemas.openxmlformats.org/officeDocument/2006/relationships/hyperlink" Target="https://www.mindfuldraw.com/draw" TargetMode="External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15" Type="http://schemas.openxmlformats.org/officeDocument/2006/relationships/hyperlink" Target="https://onlinedollhouses.com/" TargetMode="External"/><Relationship Id="rId14" Type="http://schemas.openxmlformats.org/officeDocument/2006/relationships/image" Target="../media/image9.png"/><Relationship Id="rId17" Type="http://schemas.openxmlformats.org/officeDocument/2006/relationships/hyperlink" Target="https://www.playtherapyapps.com/apps/emotion" TargetMode="External"/><Relationship Id="rId16" Type="http://schemas.openxmlformats.org/officeDocument/2006/relationships/image" Target="../media/image7.png"/><Relationship Id="rId5" Type="http://schemas.openxmlformats.org/officeDocument/2006/relationships/image" Target="../media/image8.png"/><Relationship Id="rId19" Type="http://schemas.openxmlformats.org/officeDocument/2006/relationships/hyperlink" Target="https://virtualcalmingroom.net/games-%26-puzzles" TargetMode="External"/><Relationship Id="rId6" Type="http://schemas.openxmlformats.org/officeDocument/2006/relationships/hyperlink" Target="https://onlinepuppets.org/" TargetMode="External"/><Relationship Id="rId18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hyperlink" Target="https://onlinesandtra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empty-bookcase-bookshelf-minimal-cute-cartoon-free-png Background Removed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1166238"/>
            <a:ext cx="2561300" cy="25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a1ee237804e0229e8c4a6332a9c40155 Background Removed.png"/>
          <p:cNvPicPr preferRelativeResize="0"/>
          <p:nvPr/>
        </p:nvPicPr>
        <p:blipFill rotWithShape="1">
          <a:blip r:embed="rId5">
            <a:alphaModFix/>
          </a:blip>
          <a:srcRect b="47415" l="16988" r="11812" t="0"/>
          <a:stretch/>
        </p:blipFill>
        <p:spPr>
          <a:xfrm>
            <a:off x="1950773" y="2358312"/>
            <a:ext cx="578025" cy="42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puppet-show-theatre-puppet-show-theatre-kid-attraction-entertainment-fun-play-puppet-performers-vector-flat-style-cartoon-102958106 Background Removed.png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53500" y="2406775"/>
            <a:ext cx="1229904" cy="122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group-toys-set-collection_24877-56474 Background Removed.png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8351" l="0" r="19159" t="49260"/>
          <a:stretch/>
        </p:blipFill>
        <p:spPr>
          <a:xfrm rot="-143266">
            <a:off x="7133934" y="4231420"/>
            <a:ext cx="1990658" cy="973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colorful-childrens-table-and-chairs-illustration-for-kids-vector Background Removed.png"/>
          <p:cNvPicPr preferRelativeResize="0"/>
          <p:nvPr/>
        </p:nvPicPr>
        <p:blipFill rotWithShape="1">
          <a:blip r:embed="rId10">
            <a:alphaModFix/>
          </a:blip>
          <a:srcRect b="0" l="0" r="0" t="16164"/>
          <a:stretch/>
        </p:blipFill>
        <p:spPr>
          <a:xfrm>
            <a:off x="45425" y="2815875"/>
            <a:ext cx="3156499" cy="264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1000_F_306056903_CPckusg6Tp8fkHpGJC3IwsTQGyYBE9IG Background Removed.png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4198631">
            <a:off x="1556277" y="3228047"/>
            <a:ext cx="514714" cy="514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images Background Removed.png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0" l="19514" r="27272" t="0"/>
          <a:stretch/>
        </p:blipFill>
        <p:spPr>
          <a:xfrm flipH="1">
            <a:off x="1208152" y="3004850"/>
            <a:ext cx="375775" cy="70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Colorful Cutaway Dollhouse Interior.png">
            <a:hlinkClick r:id="rId15"/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111100" y="2406775"/>
            <a:ext cx="942400" cy="122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_ (2) Background Removed.png">
            <a:hlinkClick r:id="rId17"/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950775" y="2023400"/>
            <a:ext cx="457075" cy="33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Cartoon Puppy Puzzle Table.png">
            <a:hlinkClick r:id="rId19"/>
          </p:cNvPr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 rot="290652">
            <a:off x="5489859" y="3163646"/>
            <a:ext cx="1582946" cy="1055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